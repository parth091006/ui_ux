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B6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 SHUTTLE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 &amp; Peer Benchmarking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D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real users, 3 peer conversations, and what changed as a result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Parth Sachin Bhirwandekar  •  STET301 End-Term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testing was run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given to every participant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F4F5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"Check the live bus location and arrival time"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828800"/>
            <a:ext cx="105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2423160"/>
            <a:ext cx="105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70960" y="1828800"/>
            <a:ext cx="105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870960" y="2423160"/>
            <a:ext cx="105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each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60960" y="1828800"/>
            <a:ext cx="15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0060960" y="2423160"/>
            <a:ext cx="150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succeeded easily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23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five were tested on the interactive prototype's home → live-map flow, timed and observed without prompting.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4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participants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the live map and ETA without any issues — no heuristic violations logged.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DF0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participant (P5)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23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Succeeded, but hesitated during the loading spinner — unsure whether the app was working or stuck, before it moved on by itself.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violated: Visibility of System Status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 Low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P5's hesitation echoed the same uncertainty flagged in the earlier heuristic evaluation of this screen.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identified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short reassurance line during loading — e.g. "Almost there…" — or a brief progress cue instead of a plain static spinner.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was already flagged in the heuristic report as a User Control &amp; Freedom risk (no exit) — a back button fixed that. Live user testing surfaced the same screen's second, subtler gap: it doesn't yet tell the user it's still working.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4290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as a low-severity, high-clarity fix for the next design pass — small change, closes the loop between what heuristic review predicted and what a real user actually felt.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BENCHMARKING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 talked 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299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957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Transport / Shuttle Tracking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domain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5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1272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930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Transport / Shuttle Tracking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domain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4F5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2245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Yuvraj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902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Transport / Shuttle Tracking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domain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root pain point across every conversation: lack of real-time information — the same theme my own usability testing surfaced.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BENCHMARKING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our approaches diverged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26380" cy="3931920"/>
          </a:xfrm>
          <a:prstGeom prst="roundRect">
            <a:avLst>
              <a:gd name="adj" fmla="val 2025"/>
            </a:avLst>
          </a:prstGeom>
          <a:solidFill>
            <a:srgbClr val="F4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777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Harshal, Kunal &amp; Yuvraj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47777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built in a fallback: if the shuttle is missed, their app surfaces private-transport options instead of ending the flow. They saw missing the shuttle as a common, realistic scenario for commuting students.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23660" y="1874520"/>
            <a:ext cx="5326380" cy="3931920"/>
          </a:xfrm>
          <a:prstGeom prst="roundRect">
            <a:avLst>
              <a:gd name="adj" fmla="val 2025"/>
            </a:avLst>
          </a:prstGeom>
          <a:solidFill>
            <a:srgbClr val="FDF0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97980" y="2103120"/>
            <a:ext cx="4777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 Shuttle, today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97980" y="2788920"/>
            <a:ext cx="47777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C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the shuttle as the only path — if a student misses it, the flow simply ends. No fallback or next step yet, which is the gap this benchmarking surfaced.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I'm taking forward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lightweight next-step from the No-Data/Schedule screens for a missed bus — even just informational alternate-transport info, borrowed from the fallback pattern peers used.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3375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Reconsider whether Nearest Stop should support search by purpose (e.g. "stop near library"), not just by name — a reminder from the Hostel Complaints IA that people describe problems, not places.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7091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41A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loading-screen reassurance cue confirmed necessary by real usability testing, not just heuristic review.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2026-09-27T06:52:53Z</dcterms:created>
  <dcterms:modified xsi:type="dcterms:W3CDTF">2026-09-27T06:52:53Z</dcterms:modified>
</cp:coreProperties>
</file>